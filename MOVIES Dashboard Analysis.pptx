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7607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2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662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3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5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69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31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5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53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2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0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590064B-B892-472B-92A2-75F1233AC401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27C9D7A9-1D0D-4420-9A07-1E1D6EBC1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9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15DE-DC03-CA8B-7BDD-7311B210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670048"/>
          </a:xfrm>
        </p:spPr>
        <p:txBody>
          <a:bodyPr/>
          <a:lstStyle/>
          <a:p>
            <a:r>
              <a:rPr lang="en-IN" dirty="0"/>
              <a:t>Movies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816C4-B938-201A-5279-5EECFF6DC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667432"/>
            <a:ext cx="9937070" cy="2824808"/>
          </a:xfrm>
        </p:spPr>
        <p:txBody>
          <a:bodyPr>
            <a:normAutofit fontScale="32500" lnSpcReduction="20000"/>
          </a:bodyPr>
          <a:lstStyle/>
          <a:p>
            <a:r>
              <a:rPr lang="en-US" sz="8000" dirty="0"/>
              <a:t>Data Visualization &amp; Insights Using Power BI</a:t>
            </a:r>
            <a:endParaRPr lang="en-US" dirty="0"/>
          </a:p>
          <a:p>
            <a:r>
              <a:rPr lang="en-IN" dirty="0"/>
              <a:t>                                                                               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Presented by:</a:t>
            </a:r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SADHANA RAJAK</a:t>
            </a:r>
          </a:p>
          <a:p>
            <a:endParaRPr lang="en-US" sz="2400" dirty="0"/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Tools Used:</a:t>
            </a:r>
          </a:p>
          <a:p>
            <a:r>
              <a:rPr lang="en-US" sz="3200" dirty="0"/>
              <a:t>                                                                                                                                                                                     Power BI | Data Visualization | Dashboard Analysis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9098194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166D-50FD-AE9D-FA8E-F2B1E54D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24EF-3842-F242-F3D5-3E3C074D5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analyze movie ratings, genres, and trends using Power BI dashboards to identify audience preferences and generate meaningful business insights through data visualization.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49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72AE-4CE8-93F0-9FC3-239A29E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F6FB-20E1-4112-A8C1-BC0F09DA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dataset contains movie-related information including:</a:t>
            </a:r>
          </a:p>
          <a:p>
            <a:pPr marL="0" indent="0">
              <a:buNone/>
            </a:pPr>
            <a:r>
              <a:rPr lang="en-US" dirty="0"/>
              <a:t>- Movie Titles</a:t>
            </a:r>
          </a:p>
          <a:p>
            <a:pPr marL="0" indent="0">
              <a:buNone/>
            </a:pPr>
            <a:r>
              <a:rPr lang="en-US" dirty="0"/>
              <a:t>- Genres</a:t>
            </a:r>
          </a:p>
          <a:p>
            <a:pPr marL="0" indent="0">
              <a:buNone/>
            </a:pPr>
            <a:r>
              <a:rPr lang="en-US" dirty="0"/>
              <a:t>- Ratings</a:t>
            </a:r>
          </a:p>
          <a:p>
            <a:pPr marL="0" indent="0">
              <a:buNone/>
            </a:pPr>
            <a:r>
              <a:rPr lang="en-US" dirty="0"/>
              <a:t>- Release Years</a:t>
            </a:r>
          </a:p>
          <a:p>
            <a:pPr marL="0" indent="0">
              <a:buNone/>
            </a:pPr>
            <a:r>
              <a:rPr lang="en-US" dirty="0"/>
              <a:t>- User Reviews</a:t>
            </a:r>
          </a:p>
          <a:p>
            <a:pPr marL="0" indent="0">
              <a:buNone/>
            </a:pPr>
            <a:r>
              <a:rPr lang="en-US" dirty="0"/>
              <a:t>- Rating Distribution</a:t>
            </a:r>
          </a:p>
          <a:p>
            <a:pPr marL="0" indent="0">
              <a:buNone/>
            </a:pPr>
            <a:r>
              <a:rPr lang="en-US" dirty="0"/>
              <a:t>- Genre Performance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project was developed using Power BI visualization and dashboard techniques.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4CC01-B2DA-AB70-F071-3EF1C383A3A2}"/>
              </a:ext>
            </a:extLst>
          </p:cNvPr>
          <p:cNvSpPr txBox="1"/>
          <p:nvPr/>
        </p:nvSpPr>
        <p:spPr>
          <a:xfrm>
            <a:off x="4484493" y="3067665"/>
            <a:ext cx="52362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TOOLS USED: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Dashboard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Basic Statistical Validation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00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BB70-E3BC-D421-B17A-B3B7CA28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E7AB5-C526-B9DC-56BD-B6BB78B27BBA}"/>
              </a:ext>
            </a:extLst>
          </p:cNvPr>
          <p:cNvSpPr txBox="1"/>
          <p:nvPr/>
        </p:nvSpPr>
        <p:spPr>
          <a:xfrm>
            <a:off x="1312128" y="5948515"/>
            <a:ext cx="95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dashboard visually represents movie ratings, genre distribution, and audience preferences through interactive charts and KPI analysis.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D0F732-4927-95E5-4E7F-DC6064C6F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8755" r="26286" b="13683"/>
          <a:stretch>
            <a:fillRect/>
          </a:stretch>
        </p:blipFill>
        <p:spPr>
          <a:xfrm>
            <a:off x="1337607" y="1691321"/>
            <a:ext cx="8199683" cy="422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9557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C00B-CFDE-7831-9A62-F68BDE61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1917-3F0F-515E-E2C1-716508685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875186" cy="4857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following analysis was performed:</a:t>
            </a:r>
          </a:p>
          <a:p>
            <a:r>
              <a:rPr lang="en-US" dirty="0"/>
              <a:t>Average Rating Analysis</a:t>
            </a:r>
          </a:p>
          <a:p>
            <a:r>
              <a:rPr lang="en-US" dirty="0"/>
              <a:t>Genre-wise Movie Distribution</a:t>
            </a:r>
          </a:p>
          <a:p>
            <a:r>
              <a:rPr lang="en-US" dirty="0"/>
              <a:t>Ratings Trend Analysis</a:t>
            </a:r>
          </a:p>
          <a:p>
            <a:r>
              <a:rPr lang="en-US" dirty="0"/>
              <a:t>Audience Preference Analysis</a:t>
            </a:r>
          </a:p>
          <a:p>
            <a:r>
              <a:rPr lang="en-US" dirty="0"/>
              <a:t>High Rated Genre Identification</a:t>
            </a:r>
          </a:p>
          <a:p>
            <a:r>
              <a:rPr lang="en-US" dirty="0"/>
              <a:t>Rating Frequency Distribution</a:t>
            </a:r>
          </a:p>
          <a:p>
            <a:r>
              <a:rPr lang="en-US" dirty="0"/>
              <a:t>Movie Performance Comparison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70192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4EAD-4871-1622-2977-D60A7E77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133F9-9BC2-44D9-5915-88C9F8A3C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Comedy genre contained the highest number of movies.</a:t>
            </a:r>
          </a:p>
          <a:p>
            <a:r>
              <a:rPr lang="en-US" dirty="0"/>
              <a:t>Film-Noir and Mystery genres showed higher average ratings.</a:t>
            </a:r>
          </a:p>
          <a:p>
            <a:r>
              <a:rPr lang="en-US" dirty="0"/>
              <a:t>Most movies received ratings within the medium to high range.</a:t>
            </a:r>
          </a:p>
          <a:p>
            <a:r>
              <a:rPr lang="en-US" dirty="0"/>
              <a:t>Audience preferences varied across genres.</a:t>
            </a:r>
          </a:p>
          <a:p>
            <a:r>
              <a:rPr lang="en-US" dirty="0"/>
              <a:t>Certain genres consistently performed better in user ratings.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47746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0A42-EE34-D3AB-C452-1C3207C2D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54F70-91A9-305B-DBB1-A147414F6994}"/>
              </a:ext>
            </a:extLst>
          </p:cNvPr>
          <p:cNvSpPr/>
          <p:nvPr/>
        </p:nvSpPr>
        <p:spPr>
          <a:xfrm>
            <a:off x="1514168" y="5496232"/>
            <a:ext cx="1327355" cy="51127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9193D-90B0-4B5A-D744-83A6C7B29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10005896" cy="4866968"/>
          </a:xfrm>
        </p:spPr>
        <p:txBody>
          <a:bodyPr/>
          <a:lstStyle/>
          <a:p>
            <a:r>
              <a:rPr lang="en-US" dirty="0"/>
              <a:t>Null Hypothesis (H₀):</a:t>
            </a:r>
          </a:p>
          <a:p>
            <a:pPr marL="0" indent="0">
              <a:buNone/>
            </a:pPr>
            <a:r>
              <a:rPr lang="en-US" dirty="0"/>
              <a:t>Average movie ratings are equal across all genres.</a:t>
            </a:r>
          </a:p>
          <a:p>
            <a:endParaRPr lang="en-US" dirty="0"/>
          </a:p>
          <a:p>
            <a:r>
              <a:rPr lang="en-US" dirty="0"/>
              <a:t>Alternative Hypothesis (H₁):</a:t>
            </a:r>
          </a:p>
          <a:p>
            <a:pPr marL="0" indent="0">
              <a:buNone/>
            </a:pPr>
            <a:r>
              <a:rPr lang="en-US" dirty="0"/>
              <a:t>Some movie genres have significantly different average ratings.</a:t>
            </a:r>
          </a:p>
          <a:p>
            <a:pPr marL="0" indent="0">
              <a:buNone/>
            </a:pPr>
            <a:r>
              <a:rPr lang="en-US" dirty="0"/>
              <a:t>A basic statistical comparison was performed to evaluate rating differences across genres. The findings suggest that audience ratings vary between genres, indicating different levels of audience preference.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     p&lt;0.05</a:t>
            </a:r>
          </a:p>
          <a:p>
            <a:pPr marL="0" indent="0">
              <a:buNone/>
            </a:pPr>
            <a:r>
              <a:rPr lang="en-US" dirty="0"/>
              <a:t>    Values below 0.05 are considered statistically significant.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20640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2108-29B7-CB77-9B64-AF6E8062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F4C5-BBBE-0712-BD3E-1D13759B1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content production on highly rated genres.</a:t>
            </a:r>
          </a:p>
          <a:p>
            <a:r>
              <a:rPr lang="en-US" dirty="0"/>
              <a:t>Improve recommendation systems based on audience preferences.</a:t>
            </a:r>
          </a:p>
          <a:p>
            <a:r>
              <a:rPr lang="en-US" dirty="0"/>
              <a:t>Promote genres with strong audience engagement.</a:t>
            </a:r>
          </a:p>
          <a:p>
            <a:r>
              <a:rPr lang="en-US" dirty="0"/>
              <a:t>Use rating trends to support future content strategy decisions.</a:t>
            </a:r>
          </a:p>
          <a:p>
            <a:r>
              <a:rPr lang="en-US" dirty="0"/>
              <a:t>Analyze user feedback to improve audience satisfaction.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62023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0048-A2F7-F283-CC3D-2488FB2E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F815E-DB41-83D3-FC80-50FC16EBC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transformed movie rating data into meaningful audience insights using Power BI dashboard visualization techniques.</a:t>
            </a:r>
          </a:p>
          <a:p>
            <a:endParaRPr lang="en-US" dirty="0"/>
          </a:p>
          <a:p>
            <a:r>
              <a:rPr lang="en-US" dirty="0"/>
              <a:t>The analysis supports better decision-making related to content strategy, audience engagement, and genre performance evaluation.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0757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iew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44</TotalTime>
  <Words>374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View</vt:lpstr>
      <vt:lpstr>Movies Dashboard Analysis</vt:lpstr>
      <vt:lpstr>Project Objective</vt:lpstr>
      <vt:lpstr>Dataset Overview</vt:lpstr>
      <vt:lpstr>Dashboard Overview</vt:lpstr>
      <vt:lpstr>Analysis Performed</vt:lpstr>
      <vt:lpstr>Key Business Insights</vt:lpstr>
      <vt:lpstr>Statistical Validation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2026-05-09T06:53:16Z</dcterms:created>
  <dcterms:modified xsi:type="dcterms:W3CDTF">2026-05-10T12:35:18Z</dcterms:modified>
</cp:coreProperties>
</file>